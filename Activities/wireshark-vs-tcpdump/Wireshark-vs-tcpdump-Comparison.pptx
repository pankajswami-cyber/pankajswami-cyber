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Google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oogleSans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GoogleSans-italic.fntdata"/><Relationship Id="rId12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14" Type="http://schemas.openxmlformats.org/officeDocument/2006/relationships/font" Target="fonts/Google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44909" y="70550"/>
            <a:ext cx="5109300" cy="5109300"/>
          </a:xfrm>
          <a:prstGeom prst="ellipse">
            <a:avLst/>
          </a:prstGeom>
          <a:solidFill>
            <a:srgbClr val="E6B8AF">
              <a:alpha val="38750"/>
            </a:srgbClr>
          </a:solidFill>
          <a:ln cap="flat" cmpd="sng" w="2857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116816" y="70594"/>
            <a:ext cx="5109253" cy="5109253"/>
            <a:chOff x="2986712" y="1676962"/>
            <a:chExt cx="1854000" cy="1854000"/>
          </a:xfrm>
        </p:grpSpPr>
        <p:sp>
          <p:nvSpPr>
            <p:cNvPr id="56" name="Google Shape;56;p13"/>
            <p:cNvSpPr/>
            <p:nvPr/>
          </p:nvSpPr>
          <p:spPr>
            <a:xfrm>
              <a:off x="2986712" y="1676962"/>
              <a:ext cx="1854000" cy="1854000"/>
            </a:xfrm>
            <a:prstGeom prst="ellipse">
              <a:avLst/>
            </a:prstGeom>
            <a:solidFill>
              <a:srgbClr val="DEE7F2">
                <a:alpha val="64710"/>
              </a:srgbClr>
            </a:solidFill>
            <a:ln cap="flat" cmpd="sng" w="28575">
              <a:solidFill>
                <a:srgbClr val="A1C3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606964" y="1726110"/>
              <a:ext cx="6135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Wireshark</a:t>
              </a:r>
              <a:endParaRPr b="1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5805900" y="206050"/>
            <a:ext cx="11625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b="1"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15150" y="1366575"/>
            <a:ext cx="1120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539766" y="15743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713096" y="716106"/>
            <a:ext cx="3168000" cy="4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Graphical user interface (GUI):</a:t>
            </a:r>
            <a:r>
              <a:rPr lang="en" sz="1100">
                <a:solidFill>
                  <a:schemeClr val="dk1"/>
                </a:solidFill>
              </a:rPr>
              <a:t> Wireshark provides a visual interface with packet-list, packet-details, and packet-bytes panes, making packet analysis easier to navigate.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Advanced analysis and filtering:</a:t>
            </a:r>
            <a:r>
              <a:rPr lang="en" sz="1100">
                <a:solidFill>
                  <a:schemeClr val="dk1"/>
                </a:solidFill>
              </a:rPr>
              <a:t> It provides both capture filters and display filters, extensive protocol dissection, packet colorization, searching, and statistics.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Typical use:</a:t>
            </a:r>
            <a:r>
              <a:rPr lang="en" sz="1100">
                <a:solidFill>
                  <a:schemeClr val="dk1"/>
                </a:solidFill>
              </a:rPr>
              <a:t> Security analysts commonly use Wireshark for detailed packet inspection, troubleshooting network problems, investigating security issues, and analyzing saved packet captures.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Consideration:</a:t>
            </a:r>
            <a:r>
              <a:rPr lang="en" sz="1100">
                <a:solidFill>
                  <a:schemeClr val="dk1"/>
                </a:solidFill>
              </a:rPr>
              <a:t> Its graphical interface and broad analysis features generally require more system resources than a lightweight command-line tool.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653136" y="1664363"/>
            <a:ext cx="1481100" cy="21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60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b="1" lang="en" sz="500">
                <a:solidFill>
                  <a:schemeClr val="dk1"/>
                </a:solidFill>
              </a:rPr>
              <a:t>Both are network protocol analyzers</a:t>
            </a:r>
            <a:r>
              <a:rPr lang="en" sz="500">
                <a:solidFill>
                  <a:schemeClr val="dk1"/>
                </a:solidFill>
              </a:rPr>
              <a:t> used to capture and examine network traffic.</a:t>
            </a:r>
            <a:endParaRPr sz="500">
              <a:solidFill>
                <a:schemeClr val="dk1"/>
              </a:solidFill>
            </a:endParaRPr>
          </a:p>
          <a:p>
            <a:pPr indent="-260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b="1" lang="en" sz="500">
                <a:solidFill>
                  <a:schemeClr val="dk1"/>
                </a:solidFill>
              </a:rPr>
              <a:t>Both can filter network traffic</a:t>
            </a:r>
            <a:r>
              <a:rPr lang="en" sz="500">
                <a:solidFill>
                  <a:schemeClr val="dk1"/>
                </a:solidFill>
              </a:rPr>
              <a:t> so analysts can focus on packets that match specific protocols, addresses, ports, or other criteria. Wireshark supports capture and display filters, while tcpdump uses libpcap filter expressions.</a:t>
            </a:r>
            <a:endParaRPr sz="500">
              <a:solidFill>
                <a:schemeClr val="dk1"/>
              </a:solidFill>
            </a:endParaRPr>
          </a:p>
          <a:p>
            <a:pPr indent="-260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b="1" lang="en" sz="500">
                <a:solidFill>
                  <a:schemeClr val="dk1"/>
                </a:solidFill>
              </a:rPr>
              <a:t>Both are open-source and freely available.</a:t>
            </a:r>
            <a:r>
              <a:rPr lang="en" sz="500">
                <a:solidFill>
                  <a:schemeClr val="dk1"/>
                </a:solidFill>
              </a:rPr>
              <a:t> Wireshark is released under the GNU GPL, while tcpdump is distributed under a BSD license.</a:t>
            </a:r>
            <a:endParaRPr sz="500">
              <a:solidFill>
                <a:schemeClr val="dk1"/>
              </a:solidFill>
            </a:endParaRPr>
          </a:p>
          <a:p>
            <a:pPr indent="-260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b="1" lang="en" sz="500">
                <a:solidFill>
                  <a:schemeClr val="dk1"/>
                </a:solidFill>
              </a:rPr>
              <a:t>Both can work with saved packet captures</a:t>
            </a:r>
            <a:r>
              <a:rPr lang="en" sz="500">
                <a:solidFill>
                  <a:schemeClr val="dk1"/>
                </a:solidFill>
              </a:rPr>
              <a:t>, allowing traffic to be examined after it has been collected.</a:t>
            </a:r>
            <a:endParaRPr sz="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5094665" y="1306344"/>
            <a:ext cx="3628800" cy="3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Command-line interface (CLI):</a:t>
            </a:r>
            <a:r>
              <a:rPr lang="en" sz="1100">
                <a:solidFill>
                  <a:schemeClr val="dk1"/>
                </a:solidFill>
              </a:rPr>
              <a:t> tcpdump is a command-line packet analyzer designed to capture and display network traffic from a terminal.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Lightweight and scriptable:</a:t>
            </a:r>
            <a:r>
              <a:rPr lang="en" sz="1100">
                <a:solidFill>
                  <a:schemeClr val="dk1"/>
                </a:solidFill>
              </a:rPr>
              <a:t> Its command-line design makes it well suited for remote servers, automated scripts, and systems without a graphical desktop.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Filtering and capture:</a:t>
            </a:r>
            <a:r>
              <a:rPr lang="en" sz="1100">
                <a:solidFill>
                  <a:schemeClr val="dk1"/>
                </a:solidFill>
              </a:rPr>
              <a:t> tcpdump uses Boolean packet-filter expressions based on the libpcap filtering language and can save captured traffic to a file or read previously saved captures.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Typical use:</a:t>
            </a:r>
            <a:r>
              <a:rPr lang="en" sz="1100">
                <a:solidFill>
                  <a:schemeClr val="dk1"/>
                </a:solidFill>
              </a:rPr>
              <a:t> Analysts often use tcpdump for quick packet capture, troubleshooting, monitoring, and collecting traffic for later analysis in another tool.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